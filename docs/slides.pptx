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3825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5850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🏛️  Arquitetura de Software · PUC Minas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850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7C3AED"/>
                </a:solidFill>
              </a:rPr>
              <a:t>Cache Aside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850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2563EB"/>
                </a:solidFill>
              </a:rPr>
              <a:t>Performance de APIs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53934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Uma camada de memória que reduz latência em 55%, dobra o throughput e alivia o banco de dados — sem mudar a infraestrutura.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27248"/>
            <a:ext cx="2331720" cy="310896"/>
          </a:xfrm>
          <a:prstGeom prst="rect">
            <a:avLst/>
          </a:prstGeom>
          <a:solidFill>
            <a:srgbClr val="EDE9FE"/>
          </a:solidFill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3AED"/>
                </a:solidFill>
              </a:rPr>
              <a:t>NestJS + Fastify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3127248"/>
            <a:ext cx="2331720" cy="310896"/>
          </a:xfrm>
          <a:prstGeom prst="rect">
            <a:avLst/>
          </a:prstGeom>
          <a:solidFill>
            <a:srgbClr val="D1FAE5"/>
          </a:solidFill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9669"/>
                </a:solidFill>
              </a:rPr>
              <a:t>Redis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2331720" cy="310896"/>
          </a:xfrm>
          <a:prstGeom prst="rect">
            <a:avLst/>
          </a:prstGeom>
          <a:solidFill>
            <a:srgbClr val="FEF3C7"/>
          </a:solidFill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97706"/>
                </a:solidFill>
              </a:rPr>
              <a:t>PostgreSQL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3520440"/>
            <a:ext cx="2331720" cy="310896"/>
          </a:xfrm>
          <a:prstGeom prst="rect">
            <a:avLst/>
          </a:prstGeom>
          <a:solidFill>
            <a:srgbClr val="DBEAFE"/>
          </a:solidFill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63EB"/>
                </a:solidFill>
              </a:rPr>
              <a:t>Grafana · k6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3923" y="1371600"/>
            <a:ext cx="5119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Resultados reais do load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95363" y="1920240"/>
            <a:ext cx="2376799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41083" y="2057400"/>
            <a:ext cx="22853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59669"/>
                </a:solidFill>
              </a:rPr>
              <a:t>-55%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1083" y="2578608"/>
            <a:ext cx="2285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latência média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55043" y="1920240"/>
            <a:ext cx="2376799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00763" y="2057400"/>
            <a:ext cx="22853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7C3AED"/>
                </a:solidFill>
              </a:rPr>
              <a:t>2×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0763" y="2578608"/>
            <a:ext cx="2285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mais throughput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95363" y="3291840"/>
            <a:ext cx="2376799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41083" y="3429000"/>
            <a:ext cx="22853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D97706"/>
                </a:solidFill>
              </a:rPr>
              <a:t>-43%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1083" y="3950208"/>
            <a:ext cx="2285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consultas ao banco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55043" y="3291840"/>
            <a:ext cx="2376799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763" y="3429000"/>
            <a:ext cx="22853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563EB"/>
                </a:solidFill>
              </a:rPr>
              <a:t>59%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763" y="3950208"/>
            <a:ext cx="22853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cache hit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3923" y="5029200"/>
            <a:ext cx="51193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NestJS · TypeORM · ioredis · PostgreSQL · k6 · Grafana · Loki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</a:rPr>
              <a:t>O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34747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347472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📈 Consultas Repetitivas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A mesma listagem é consultada milhares de vezes. O banco executa SELECT + JOINs do zero sem reaproveitar nada.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788920"/>
            <a:ext cx="3255264" cy="182880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926080"/>
            <a:ext cx="32552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DC2626"/>
                </a:solidFill>
              </a:rPr>
              <a:t>200×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749039"/>
            <a:ext cx="32552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o mesmo SELECT
simultaneamente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5102352"/>
            <a:ext cx="3255264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193792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Sem cache: toda req = 1 query nova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19" y="1325880"/>
            <a:ext cx="34747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19" y="1325880"/>
            <a:ext cx="347472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79" y="146304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⏱️ Latência Inaceitável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1874519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Com 200 usuários e 80 req/s: latência média 12.380 ms. No p95, quase 17 segundos.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98847" y="2788920"/>
            <a:ext cx="1024128" cy="182880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7" y="3017520"/>
            <a:ext cx="10241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97706"/>
                </a:solidFill>
              </a:rPr>
              <a:t>12,4s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7" y="3657600"/>
            <a:ext cx="10241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média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96127" y="2788920"/>
            <a:ext cx="1024128" cy="182880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96127" y="3017520"/>
            <a:ext cx="10241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97706"/>
                </a:solidFill>
              </a:rPr>
              <a:t>17,3s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6127" y="3657600"/>
            <a:ext cx="10241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p95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93407" y="2788920"/>
            <a:ext cx="1024128" cy="182880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3407" y="3017520"/>
            <a:ext cx="10241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97706"/>
                </a:solidFill>
              </a:rPr>
              <a:t>2.982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3407" y="3657600"/>
            <a:ext cx="10241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req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98847" y="5102352"/>
            <a:ext cx="3255264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1999" y="5193792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12,4s média  |  17,3s p95  |  2.982 req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58" y="1325880"/>
            <a:ext cx="34747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58" y="1325880"/>
            <a:ext cx="34747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8" y="146304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💣 Banco Sobrecarregado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8" y="1874519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Em 200 jornadas simultâneas, o banco recebeu 1.422 consultas — mesmo com resultados idênticos.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47886" y="2788920"/>
            <a:ext cx="3255264" cy="1828800"/>
          </a:xfrm>
          <a:prstGeom prst="rect">
            <a:avLst/>
          </a:prstGeom>
          <a:solidFill>
            <a:srgbClr val="FAF5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7886" y="2926080"/>
            <a:ext cx="32552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7C3AED"/>
                </a:solidFill>
              </a:rPr>
              <a:t>1.422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6" y="3749039"/>
            <a:ext cx="32552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consultas ao banco
em 200 jornadas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47886" y="5102352"/>
            <a:ext cx="3255264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38" y="5193792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Parse SQL → disco → lock → rede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</a:rPr>
              <a:t>Por que o cache é mais rápido?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Tudo é sobre onde os dados estão fisicamente. Cada nível da hierarquia tem latência radicalmente diferente: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27632"/>
            <a:ext cx="10972800" cy="841248"/>
          </a:xfrm>
          <a:prstGeom prst="rect">
            <a:avLst/>
          </a:prstGeom>
          <a:solidFill>
            <a:srgbClr val="FAF5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562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🔵  L1/L2 CPU Cache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947672"/>
            <a:ext cx="594360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4640" y="1947672"/>
            <a:ext cx="73152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15400" y="179222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7C3AED"/>
                </a:solidFill>
              </a:rPr>
              <a:t>1 – 4 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1828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dentro do chip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33472"/>
            <a:ext cx="10972800" cy="84124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620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🟢  Redis (RAM)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953512"/>
            <a:ext cx="594360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4640" y="2953512"/>
            <a:ext cx="118872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27980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2563EB"/>
                </a:solidFill>
              </a:rPr>
              <a:t>~100 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8346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memória principal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639312"/>
            <a:ext cx="10972800" cy="841248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8679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🟡  SSD NVMe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3959352"/>
            <a:ext cx="594360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34640" y="3959352"/>
            <a:ext cx="1188720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38039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D97706"/>
                </a:solidFill>
              </a:rPr>
              <a:t>~100 µs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38404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1.000× mais lento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645152"/>
            <a:ext cx="10972800" cy="841248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737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🔴  PostgreSQL query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4965192"/>
            <a:ext cx="5943600" cy="1645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34640" y="4965192"/>
            <a:ext cx="5943600" cy="1645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48097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DC2626"/>
                </a:solidFill>
              </a:rPr>
              <a:t>10 – 100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48463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parse + disco + rede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779008"/>
            <a:ext cx="10972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5779008"/>
            <a:ext cx="64008" cy="8046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8704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💡  O Redis armazena tudo em RAM — sem parsing SQL, sem planejamento, sem disco, sem locks. Um GET custa ~100 ns. Uma query no Postgres até 100.000× mais.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PADRÃO ARQUITETURAL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</a:rPr>
              <a:t>Cache Aside — o fluxo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6583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54864" cy="1554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3560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✅ CACHE HIT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28216"/>
            <a:ext cx="63550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Cliente → API → Redis ✓ → resposta
Dado retornado direto da RAM (~0,1 ms). Banco não é consultado. Header: X-Cache: HIT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17520"/>
            <a:ext cx="6583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017520"/>
            <a:ext cx="54864" cy="1554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⚠️  CACHE MISS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19856"/>
            <a:ext cx="63550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Cliente → API → Redis ✗ → PostgreSQL → Redis.SET(TTL 300s) → resposta
Proxima leitura será HIT. Header: X-Cache: MISS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709160"/>
            <a:ext cx="6583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709160"/>
            <a:ext cx="54864" cy="1554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81888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🗑️  INVALIDAÇÃO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11496"/>
            <a:ext cx="63550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PUT/DELETE → API → PostgreSQL (atualiza) → Redis.DEL
Próxima leitura recarrega dado atualizado. Consistência garantida.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371600"/>
            <a:ext cx="1554480" cy="502920"/>
          </a:xfrm>
          <a:prstGeom prst="rect">
            <a:avLst/>
          </a:prstGeom>
          <a:solidFill>
            <a:srgbClr val="33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48132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🌐 Cliente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377440"/>
            <a:ext cx="2834640" cy="50292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48716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⚡ NestJS 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3566160"/>
            <a:ext cx="1737360" cy="50292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367588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🔴 Redis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3566160"/>
            <a:ext cx="1737360" cy="502920"/>
          </a:xfrm>
          <a:prstGeom prst="rect">
            <a:avLst/>
          </a:prstGeom>
          <a:solidFill>
            <a:srgbClr val="783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367588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🐘 Postgres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1892807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92608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↙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324612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↗ HIT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292608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↘ MISS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7764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0A5FA"/>
                </a:solidFill>
              </a:rPr>
              <a:t>← 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4251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</a:rPr>
              <a:t>~0,1 ms · HIT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4251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~10–100 ms · MISS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475488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— sempre atingido
- - somente no MISS (dado não cacheado)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</a:rPr>
              <a:t>Arquitetura da Solução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54864" cy="1554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3560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🌐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28216"/>
            <a:ext cx="52578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SPA servida pelo NestJS. CRUD completo com X-Cache headers visíveis, stats em tempo real, toggle de cache.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2588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325880"/>
            <a:ext cx="54864" cy="1554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43560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⚡ NestJS + Fastify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728216"/>
            <a:ext cx="52578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CacheService centralizado. Toda leitura passa pelo cache, toda escrita invalida. Fastify ~30% mais rápido que Express.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1752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017520"/>
            <a:ext cx="54864" cy="1554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2724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🔴 Redis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19856"/>
            <a:ext cx="52578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Cache em RAM. TTL 300s. Chaves: products:all, products:42, customers:all, orders:all. Stats via HINCRBY.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01752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017520"/>
            <a:ext cx="54864" cy="1554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12724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🐘 PostgreSQL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419856"/>
            <a:ext cx="52578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Fonte de verdade. Consultado apenas em MISS. 3 entidades: customers, products, orders + order_items.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70916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709160"/>
            <a:ext cx="54864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81888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📊 Observabilidade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11496"/>
            <a:ext cx="52578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Logs NestJS → Promtail → Loki → Grafana. Tags [CACHE HIT] / [CACHE MISS] / [CACHE INVALIDATE].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70916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4709160"/>
            <a:ext cx="54864" cy="1554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81888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🧪 Qualidade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111496"/>
            <a:ext cx="52578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Smoke test 16/16 rotas. Load test k6: 200 VUs, 80 req/s. Seed: 100 clientes, 1000 produtos, 20k pedidos.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IMPLEMENTAÇÃO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</a:rPr>
              <a:t>CacheService — o coração do padrão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6858000" cy="52852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65836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Cascadia Code"/>
              </a:rPr>
              <a:t>// Toda leitura da API passa por aqui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84FC"/>
                </a:solidFill>
                <a:latin typeface="Cascadia Code"/>
              </a:rPr>
              <a:t>async fetch&lt;T&gt;(key, ttl, loader)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Cascadia Code"/>
              </a:rPr>
              <a:t>  if (!this.isEnabled())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Cascadia Code"/>
              </a:rPr>
              <a:t>    return [await loader(), 'DISABLED'];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Cascadia Code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Cascadia Code"/>
              </a:rPr>
              <a:t>  const cached = await this.redis.get(key);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Cascadia Code"/>
              </a:rPr>
              <a:t>  if (cached !== null)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Cascadia Code"/>
              </a:rPr>
              <a:t>    // [CACHE HIT] — retorna da RAM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Cascadia Code"/>
              </a:rPr>
              <a:t>    await this.stats?.incr('hits');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DE80"/>
                </a:solidFill>
                <a:latin typeface="Cascadia Code"/>
              </a:rPr>
              <a:t>    return [JSON.parse(cached), 'HIT'];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Cascadia Code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Cascadia Code"/>
              </a:rPr>
              <a:t>  // [CACHE MISS] — busca no banco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Cascadia Code"/>
              </a:rPr>
              <a:t>  await this.stats?.incr('misses');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Cascadia Code"/>
              </a:rPr>
              <a:t>  const result = await loader();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Cascadia Code"/>
              </a:rPr>
              <a:t>  // Armazena no Redis com TTL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Cascadia Code"/>
              </a:rPr>
              <a:t>  await this.redis.set(key,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Cascadia Code"/>
              </a:rPr>
              <a:t>    JSON.stringify(result), 'EX', ttl);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59E0B"/>
                </a:solidFill>
                <a:latin typeface="Cascadia Code"/>
              </a:rPr>
              <a:t>  return [result, 'MISS'];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84FC"/>
                </a:solidFill>
                <a:latin typeface="Cascadia Code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Cascadia Code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84FC"/>
                </a:solidFill>
                <a:latin typeface="Cascadia Code"/>
              </a:rPr>
              <a:t>async invalidate(...keys)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Cascadia Code"/>
              </a:rPr>
              <a:t>  for (const key of keys)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Cascadia Code"/>
              </a:rPr>
              <a:t>    await this.redis.del(key);  // DEL(key)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2E8F0"/>
                </a:solidFill>
                <a:latin typeface="Cascadia Code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84FC"/>
                </a:solidFill>
                <a:latin typeface="Cascadia Code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325880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1325880"/>
            <a:ext cx="54864" cy="9875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43560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HIT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728216"/>
            <a:ext cx="38862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Redis responde em ~0,1 ms. Banco não é tocado. Header X-Cache: HIT.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2377440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0" y="2377440"/>
            <a:ext cx="54864" cy="9875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248716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MISS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779776"/>
            <a:ext cx="38862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PostgreSQL consultado uma vez. Resultado cacheado com TTL 300s.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3429000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3429000"/>
            <a:ext cx="54864" cy="9875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353872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INVALIDATE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831336"/>
            <a:ext cx="38862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PUT/DELETE apaga a chave. Consistência imediata pós-escrita.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4480560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0" y="4480560"/>
            <a:ext cx="54864" cy="9875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459028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DISABLED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4882896"/>
            <a:ext cx="38862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Toggle runtime via POST /cache/toggle. Útil para comparações ao vivo.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5532120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0" y="5532120"/>
            <a:ext cx="54864" cy="987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564184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Stats Redis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5934456"/>
            <a:ext cx="38862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Contadores via HINCRBY. Consultados via GET /stats a cada 2s.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DEMONSTRAÇÃO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</a:rPr>
              <a:t>Demo ao Vivo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457200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3560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435608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Listar produtos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801368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MISS — 1ª vez, banco consultado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32588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325880"/>
            <a:ext cx="457200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3560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435608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Listar novamente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801368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HIT — Redis respondeu, banco não foi tocado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3464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834640"/>
            <a:ext cx="457200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94436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944368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Criar produto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310128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INVALIDATE — cache limpo após escrita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83464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2834640"/>
            <a:ext cx="457200" cy="137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94436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944368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Listar de novo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310128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MISS — recarrega com novo produto incluído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34340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343400"/>
            <a:ext cx="457200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45312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53128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Toggle cache OFF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818888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DISABLED — todo request vai ao banco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434340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4343400"/>
            <a:ext cx="45720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45312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4453128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Grafana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818888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HIT/MISS em streaming em tempo real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943600"/>
            <a:ext cx="5394960" cy="658368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6035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Frontend + API:  localhost:3000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5943600"/>
            <a:ext cx="539496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6035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</a:rPr>
              <a:t>Grafana:  localhost:3001  ·  admin / admin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RESULTADOS — K6 · 200 VUS · 80 REQ/S · 3 MINUTOS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</a:rPr>
              <a:t>Latência: −55% em todos os percentis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2560320" cy="40233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8074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Métrica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325880"/>
            <a:ext cx="2011680" cy="40233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73552" y="138074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Sem Cache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1325880"/>
            <a:ext cx="2011680" cy="40233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38074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Com Cache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1325880"/>
            <a:ext cx="1828800" cy="40233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3807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Melhora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728216"/>
            <a:ext cx="256032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79222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Latência média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728216"/>
            <a:ext cx="20116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3552" y="179222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C2626"/>
                </a:solidFill>
              </a:rPr>
              <a:t>12.380 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1728216"/>
            <a:ext cx="20116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5232" y="179222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59669"/>
                </a:solidFill>
              </a:rPr>
              <a:t>5.471 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1728216"/>
            <a:ext cx="18288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96912" y="179222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9669"/>
                </a:solidFill>
              </a:rPr>
              <a:t>−55,8%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130552"/>
            <a:ext cx="2560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2194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Mediana (p50)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2130552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73552" y="2194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C2626"/>
                </a:solidFill>
              </a:rPr>
              <a:t>14.007 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80" y="2130552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85232" y="21945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59669"/>
                </a:solidFill>
              </a:rPr>
              <a:t>6.150 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0" y="2130552"/>
            <a:ext cx="1828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96912" y="21945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9669"/>
                </a:solidFill>
              </a:rPr>
              <a:t>−56,1%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532888"/>
            <a:ext cx="256032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259689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Percentil 90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2532888"/>
            <a:ext cx="20116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73552" y="25968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C2626"/>
                </a:solidFill>
              </a:rPr>
              <a:t>16.687 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0" y="2532888"/>
            <a:ext cx="20116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25968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59669"/>
                </a:solidFill>
              </a:rPr>
              <a:t>7.461 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2532888"/>
            <a:ext cx="18288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96912" y="259689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9669"/>
                </a:solidFill>
              </a:rPr>
              <a:t>−55,3%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2935224"/>
            <a:ext cx="2560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29992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Percentil 95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2935224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73552" y="29992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C2626"/>
                </a:solidFill>
              </a:rPr>
              <a:t>17.291 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12080" y="2935224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85232" y="29992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59669"/>
                </a:solidFill>
              </a:rPr>
              <a:t>7.713 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23760" y="2935224"/>
            <a:ext cx="1828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96912" y="29992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9669"/>
                </a:solidFill>
              </a:rPr>
              <a:t>−55,4%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3337560"/>
            <a:ext cx="256032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34015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Percentil 99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0" y="3337560"/>
            <a:ext cx="20116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73552" y="340156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C2626"/>
                </a:solidFill>
              </a:rPr>
              <a:t>17.889 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12080" y="3337560"/>
            <a:ext cx="20116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85232" y="340156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59669"/>
                </a:solidFill>
              </a:rPr>
              <a:t>8.171 ms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23760" y="3337560"/>
            <a:ext cx="182880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96912" y="34015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59669"/>
                </a:solidFill>
              </a:rPr>
              <a:t>−54,3%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" y="3840480"/>
            <a:ext cx="35661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406908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DC2626"/>
                </a:solidFill>
              </a:rPr>
              <a:t>12,4s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49377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latência média
sem cache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54864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2.982 req totais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434840" y="3840480"/>
            <a:ext cx="35661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34840" y="406908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59669"/>
                </a:solidFill>
              </a:rPr>
              <a:t>5,5s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34840" y="49377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latência média
com cache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34840" y="54864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6.044 req totais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29600" y="3840480"/>
            <a:ext cx="35661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600" y="406908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7C3AED"/>
                </a:solidFill>
              </a:rPr>
              <a:t>−55%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0" y="49377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melhora em todos
os percentis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0" y="54864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p50 → p99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RESULTADOS — THROUGHPUT E BANCO DE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</a:rPr>
              <a:t>2× mais capacidade, 43% menos carga no banco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7C3AED"/>
                </a:solidFill>
              </a:rPr>
              <a:t>2×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mais requisições
no mesmo período
6.044 vs 2.982</a:t>
            </a:r>
          </a:p>
        </p:txBody>
      </p:sp>
      <p:sp>
        <p:nvSpPr>
          <p:cNvPr id="7" name="Rectangle 6"/>
          <p:cNvSpPr/>
          <p:nvPr/>
        </p:nvSpPr>
        <p:spPr>
          <a:xfrm>
            <a:off x="3538728" y="132588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8728" y="155448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59669"/>
                </a:solidFill>
              </a:rPr>
              <a:t>−43%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0168" y="23774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consultas ao banco
804 vs 1.422
atendendo 2× mais tráfego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37376" y="132588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55448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D97706"/>
                </a:solidFill>
              </a:rPr>
              <a:t>59%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3774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cache hit rate
420 hits · 291 misses
49 invalidações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36024" y="132588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6024" y="155448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2563EB"/>
                </a:solidFill>
              </a:rPr>
              <a:t>386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7464" y="23774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compras realizadas
vs 173 sem cache
2,2× mais checkouts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160520"/>
            <a:ext cx="36118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160520"/>
            <a:ext cx="54864" cy="24231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7024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Sem Cache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62856"/>
            <a:ext cx="3383280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2.982 req · 1.422 queries
latência média: 12.380 ms
Cada req = 1 query no banco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4160520"/>
            <a:ext cx="36118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4160520"/>
            <a:ext cx="54864" cy="2423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427024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Com Cache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562856"/>
            <a:ext cx="3383280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6.044 req · 804 queries
latência média: 5.471 ms
59% respondido pela RAM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4160520"/>
            <a:ext cx="36118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21040" y="4160520"/>
            <a:ext cx="54864" cy="2423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427024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Ganho Real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562856"/>
            <a:ext cx="3383280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Dobro de tráfego
Menos queries absolutas
Mesma infraestrutura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943600"/>
            <a:ext cx="10972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5943600"/>
            <a:ext cx="64008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605332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🔑  Com cache: dobro de jornadas processadas, menos consultas absolutas ao banco. Esse é o efeito multiplicador do cache.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ANÁLISE ARQUITETURAL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</a:rPr>
              <a:t>Trade-offs e Consistência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54864" cy="1554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3560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⏰ Consistência Eventual (TTL)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28216"/>
            <a:ext cx="52578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Com TTL 5 min, usuários podem ver dados com pequeno atraso. Mitigação: invalidação explícita em toda escrita garante consistência pós-PUT/DELETE.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2588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325880"/>
            <a:ext cx="54864" cy="1554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43560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🗑️  Invalidação Explícita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728216"/>
            <a:ext cx="52578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Todo PUT/DELETE chama CacheService.invalidate(). A chave é removida imediatamente — sem esperar o TTL. Próxima leitura recarrega atualizado.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1752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017520"/>
            <a:ext cx="54864" cy="1554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2724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❄️  Cold 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19856"/>
            <a:ext cx="52578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Na inicialização o cache está vazio. Primeiras requisições são sempre MISS. Em produção: warm-up prévio ou cache persistente.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01752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017520"/>
            <a:ext cx="54864" cy="1554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12724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🌊 Cache Stampede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419856"/>
            <a:ext cx="52578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Muitas requisições simultâneas quando uma chave expira → todas vão ao banco. Mitigação: TTL com jitter aleatório ou lock de recomputação.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70916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709160"/>
            <a:ext cx="54864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81888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🔄 Quando NÃO usar Cache Aside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11496"/>
            <a:ext cx="52578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Dados com consistência forte obrigatória (saldo bancário, estoque crítico). Nesses casos: write-through ou read-through são mais adequados.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70916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4709160"/>
            <a:ext cx="54864" cy="15544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81888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💡 Degradação Graciosa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111496"/>
            <a:ext cx="52578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Se o Redis cair, o CacheService captura o erro e passa direto ao banco com status ERROR. O sistema não para — degrada graciosamente.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OBSERVABILIDADE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</a:rPr>
              <a:t>Grafana em Tempo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5303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54864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3560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⚡ NestJS Logger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28216"/>
            <a:ext cx="507492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Escreve em arquivo e stdout com tags estruturadas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3774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3AED"/>
                </a:solidFill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5303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514600"/>
            <a:ext cx="54864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2432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📡 Promtail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16936"/>
            <a:ext cx="507492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Parseia [CACHE HIT] / [CACHE MISS] / [CACHE INVALIDATE]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5661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3AED"/>
                </a:solidFill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03320"/>
            <a:ext cx="5303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703320"/>
            <a:ext cx="54864" cy="1051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1304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🗄️  Loki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05656"/>
            <a:ext cx="507492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Armazena e indexa os logs por label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7548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C3AED"/>
                </a:solidFill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892040"/>
            <a:ext cx="5303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892040"/>
            <a:ext cx="54864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0176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📊 Grafana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294376"/>
            <a:ext cx="5074920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Dashboard em tempo real com taxas e histogramas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325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O que o dashboard mostra: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737360"/>
            <a:ext cx="5303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1737360"/>
            <a:ext cx="4572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1828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Taxa de CACHE HIT/MISS ao longo do tempo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331720"/>
            <a:ext cx="5303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2331720"/>
            <a:ext cx="4572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2423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Volume de INVALIDATIONs por minuto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926080"/>
            <a:ext cx="5303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2926080"/>
            <a:ext cx="457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Frequência total de requisições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520440"/>
            <a:ext cx="5303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3520440"/>
            <a:ext cx="4572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3611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Tempo de resposta por endpoint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114800"/>
            <a:ext cx="5303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4114800"/>
            <a:ext cx="45720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Logs brutos filtráveis em streaming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4937760"/>
            <a:ext cx="5303520" cy="16276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50292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GET /stats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34924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</a:rPr>
              <a:t>{ "hits": 420, "misses": 291,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560527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</a:rPr>
              <a:t>  "hit_rate": 59.07,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86130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</a:rPr>
              <a:t>  "invalidations": 49, "db_queries": 804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</a:rPr>
              <a:t>O que aprendemos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77724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64008" cy="67665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17320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Cache-aside nao e so otimizacao — e uma decisao arquitetural com implicacoes de consistencia, complexidade e operacao.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75688"/>
            <a:ext cx="77724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64008" cy="6766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214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67128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A diferenca entre RAM e disco — 100.000x mais lenta — e a razao fundamental pela qual o cache funciona.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25496"/>
            <a:ext cx="77724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825496"/>
            <a:ext cx="64008" cy="67665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7121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916936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Reducao de 55% na latencia e 2x no throughput com a mesma infraestrutura e sem mudar o banco.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575304"/>
            <a:ext cx="77724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575304"/>
            <a:ext cx="64008" cy="67665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2102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666744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Mesmo atendendo o dobro de trafego, o banco recebeu menos consultas absolutas.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325112"/>
            <a:ext cx="77724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325112"/>
            <a:ext cx="64008" cy="67665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708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416552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Invalidacao explicita e fundamental — sem ela, dados desatualizados comprometem a confianca na API.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74920"/>
            <a:ext cx="77724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074920"/>
            <a:ext cx="64008" cy="67665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1206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166360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Observabilidade com Grafana + Loki permite ver HIT/MISS/INVALIDATE em producao em tempo real.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1325880"/>
            <a:ext cx="3200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14630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DC2626"/>
                </a:solidFill>
              </a:rPr>
              <a:t>-55%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331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</a:rPr>
              <a:t>latência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3044952"/>
            <a:ext cx="3200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3182112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59669"/>
                </a:solidFill>
              </a:rPr>
              <a:t>2×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0507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</a:rPr>
              <a:t>throughput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4764024"/>
            <a:ext cx="3200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4901184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D97706"/>
                </a:solidFill>
              </a:rPr>
              <a:t>−43%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576986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</a:rPr>
              <a:t>banco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0" i="0">
                <a:solidFill>
                  <a:srgbClr val="FFFFFF"/>
                </a:solidFill>
              </a:rPr>
              <a:t>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Cache Aside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5B4FC"/>
                </a:solidFill>
              </a:rPr>
              <a:t>Menos banco · Menos latência · Mais escala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337560"/>
            <a:ext cx="17373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45643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4ADE80"/>
                </a:solidFill>
              </a:rPr>
              <a:t>-55%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69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latência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3337560"/>
            <a:ext cx="17373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345643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A78BFA"/>
                </a:solidFill>
              </a:rPr>
              <a:t>2×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4069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throughput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3337560"/>
            <a:ext cx="17373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345643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BBF24"/>
                </a:solidFill>
              </a:rPr>
              <a:t>-43%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0690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banco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0"/>
            <a:ext cx="587959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0058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OBRIGADO!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353312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2563EB"/>
                </a:solidFill>
              </a:rPr>
              <a:t>Perguntas?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377440"/>
            <a:ext cx="5303520" cy="749808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2377440"/>
            <a:ext cx="64008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45059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Frontend +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706624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</a:rPr>
              <a:t>localhost:3000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291840"/>
            <a:ext cx="530352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0" y="3291840"/>
            <a:ext cx="64008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36499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Grafana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621024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</a:rPr>
              <a:t>localhost:3001  ·  admin/admin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4206240"/>
            <a:ext cx="5303520" cy="749808"/>
          </a:xfrm>
          <a:prstGeom prst="rect">
            <a:avLst/>
          </a:prstGeom>
          <a:solidFill>
            <a:srgbClr val="FAF5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0" y="4206240"/>
            <a:ext cx="64008" cy="7498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7939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Resultado do trabalho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4535424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-55% latência  ·  2× throughput  ·  -43% banco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2120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NestJS + Fastify  ·  Redis  ·  PostgreSQL  ·  Grafana  ·  Loki  ·  k6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